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0" r:id="rId2"/>
    <p:sldId id="256" r:id="rId3"/>
    <p:sldId id="259" r:id="rId4"/>
    <p:sldId id="257" r:id="rId5"/>
    <p:sldId id="258" r:id="rId6"/>
  </p:sldIdLst>
  <p:sldSz cx="12192000" cy="12193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C1F0"/>
    <a:srgbClr val="5D16A9"/>
    <a:srgbClr val="CA96EA"/>
    <a:srgbClr val="B41634"/>
    <a:srgbClr val="904717"/>
    <a:srgbClr val="974CE9"/>
    <a:srgbClr val="C214C5"/>
    <a:srgbClr val="E95879"/>
    <a:srgbClr val="F701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44"/>
    <p:restoredTop sz="96281"/>
  </p:normalViewPr>
  <p:slideViewPr>
    <p:cSldViewPr snapToGrid="0">
      <p:cViewPr varScale="1">
        <p:scale>
          <a:sx n="127" d="100"/>
          <a:sy n="127" d="100"/>
        </p:scale>
        <p:origin x="3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95572"/>
            <a:ext cx="10363200" cy="4245175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04457"/>
            <a:ext cx="9144000" cy="2943960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23365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92074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39933"/>
            <a:ext cx="10515600" cy="507219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60111"/>
            <a:ext cx="10515600" cy="266734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238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45978"/>
            <a:ext cx="5181600" cy="77367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45978"/>
            <a:ext cx="5181600" cy="77367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23695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9199"/>
            <a:ext cx="10515600" cy="23568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89124"/>
            <a:ext cx="5157787" cy="146492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54047"/>
            <a:ext cx="5157787" cy="655123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89124"/>
            <a:ext cx="5183188" cy="146492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54047"/>
            <a:ext cx="5183188" cy="655123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6802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215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8733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906"/>
            <a:ext cx="3932237" cy="284517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55653"/>
            <a:ext cx="6172200" cy="866535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8076"/>
            <a:ext cx="3932237" cy="677703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3954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906"/>
            <a:ext cx="3932237" cy="284517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55653"/>
            <a:ext cx="6172200" cy="8665351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8076"/>
            <a:ext cx="3932237" cy="677703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7481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7365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49196"/>
            <a:ext cx="2628900" cy="1033350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49196"/>
            <a:ext cx="7734300" cy="1033350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487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9199"/>
            <a:ext cx="10515600" cy="2356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45978"/>
            <a:ext cx="10515600" cy="7736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301652"/>
            <a:ext cx="2743200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61E01-DCDA-C14F-AE0A-954BAF5E4490}" type="datetimeFigureOut">
              <a:rPr kumimoji="1" lang="zh-TW" altLang="en-US" smtClean="0"/>
              <a:t>2023/3/30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301652"/>
            <a:ext cx="4114800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301652"/>
            <a:ext cx="2743200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D5FE9-A131-4047-A592-10C40A4D7FB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1895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1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3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>
            <a:extLst>
              <a:ext uri="{FF2B5EF4-FFF2-40B4-BE49-F238E27FC236}">
                <a16:creationId xmlns:a16="http://schemas.microsoft.com/office/drawing/2014/main" id="{11CB7695-B7BC-E799-0548-3F014CFCA1B2}"/>
              </a:ext>
            </a:extLst>
          </p:cNvPr>
          <p:cNvSpPr/>
          <p:nvPr/>
        </p:nvSpPr>
        <p:spPr>
          <a:xfrm>
            <a:off x="231494" y="3951291"/>
            <a:ext cx="11729012" cy="4291005"/>
          </a:xfrm>
          <a:prstGeom prst="roundRect">
            <a:avLst>
              <a:gd name="adj" fmla="val 9756"/>
            </a:avLst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50000">
                <a:srgbClr val="904717"/>
              </a:gs>
              <a:gs pos="100000">
                <a:srgbClr val="7030A0"/>
              </a:gs>
            </a:gsLst>
            <a:lin ang="2700000" scaled="1"/>
            <a:tileRect/>
          </a:gradFill>
          <a:ln w="254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DF86DF8F-D668-389D-ABEC-F85487A6B776}"/>
              </a:ext>
            </a:extLst>
          </p:cNvPr>
          <p:cNvSpPr>
            <a:spLocks/>
          </p:cNvSpPr>
          <p:nvPr/>
        </p:nvSpPr>
        <p:spPr>
          <a:xfrm>
            <a:off x="231493" y="3951291"/>
            <a:ext cx="11729011" cy="4291005"/>
          </a:xfrm>
          <a:prstGeom prst="roundRect">
            <a:avLst>
              <a:gd name="adj" fmla="val 10296"/>
            </a:avLst>
          </a:prstGeom>
          <a:gradFill flip="none" rotWithShape="1">
            <a:gsLst>
              <a:gs pos="0">
                <a:srgbClr val="5D16A9"/>
              </a:gs>
              <a:gs pos="54000">
                <a:srgbClr val="D5C1F0"/>
              </a:gs>
              <a:gs pos="92000">
                <a:schemeClr val="accent4">
                  <a:lumMod val="40000"/>
                  <a:lumOff val="60000"/>
                </a:schemeClr>
              </a:gs>
            </a:gsLst>
            <a:lin ang="2700000" scaled="1"/>
            <a:tileRect/>
          </a:gra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平行四邊形 13">
            <a:extLst>
              <a:ext uri="{FF2B5EF4-FFF2-40B4-BE49-F238E27FC236}">
                <a16:creationId xmlns:a16="http://schemas.microsoft.com/office/drawing/2014/main" id="{703840F8-DF02-FC50-2089-0B9EE339928F}"/>
              </a:ext>
            </a:extLst>
          </p:cNvPr>
          <p:cNvSpPr/>
          <p:nvPr/>
        </p:nvSpPr>
        <p:spPr>
          <a:xfrm>
            <a:off x="5665984" y="3951139"/>
            <a:ext cx="3431896" cy="4291005"/>
          </a:xfrm>
          <a:prstGeom prst="parallelogram">
            <a:avLst>
              <a:gd name="adj" fmla="val 4340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5" name="平行四邊形 14">
            <a:extLst>
              <a:ext uri="{FF2B5EF4-FFF2-40B4-BE49-F238E27FC236}">
                <a16:creationId xmlns:a16="http://schemas.microsoft.com/office/drawing/2014/main" id="{6890FC1F-B41B-15A9-5FF8-65551469FF74}"/>
              </a:ext>
            </a:extLst>
          </p:cNvPr>
          <p:cNvSpPr/>
          <p:nvPr/>
        </p:nvSpPr>
        <p:spPr>
          <a:xfrm>
            <a:off x="589821" y="3951272"/>
            <a:ext cx="3431896" cy="4291005"/>
          </a:xfrm>
          <a:prstGeom prst="parallelogram">
            <a:avLst>
              <a:gd name="adj" fmla="val 4340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E501F97B-610B-D960-EB2A-C00FE41DF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615" y="7412181"/>
            <a:ext cx="644401" cy="644401"/>
          </a:xfrm>
          <a:prstGeom prst="rect">
            <a:avLst/>
          </a:prstGeom>
        </p:spPr>
      </p:pic>
      <p:sp>
        <p:nvSpPr>
          <p:cNvPr id="3" name="平行四邊形 2">
            <a:extLst>
              <a:ext uri="{FF2B5EF4-FFF2-40B4-BE49-F238E27FC236}">
                <a16:creationId xmlns:a16="http://schemas.microsoft.com/office/drawing/2014/main" id="{AC6F226F-CF5C-0638-EE0C-C54C2CCFAA24}"/>
              </a:ext>
            </a:extLst>
          </p:cNvPr>
          <p:cNvSpPr/>
          <p:nvPr/>
        </p:nvSpPr>
        <p:spPr>
          <a:xfrm>
            <a:off x="8170277" y="3951273"/>
            <a:ext cx="3431896" cy="4291005"/>
          </a:xfrm>
          <a:prstGeom prst="parallelogram">
            <a:avLst>
              <a:gd name="adj" fmla="val 4340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" name="平行四邊形 1">
            <a:extLst>
              <a:ext uri="{FF2B5EF4-FFF2-40B4-BE49-F238E27FC236}">
                <a16:creationId xmlns:a16="http://schemas.microsoft.com/office/drawing/2014/main" id="{3CCB0ADE-759D-3E21-6DDB-87DC2DE1E176}"/>
              </a:ext>
            </a:extLst>
          </p:cNvPr>
          <p:cNvSpPr/>
          <p:nvPr/>
        </p:nvSpPr>
        <p:spPr>
          <a:xfrm>
            <a:off x="3094114" y="3951215"/>
            <a:ext cx="3431896" cy="4291005"/>
          </a:xfrm>
          <a:prstGeom prst="parallelogram">
            <a:avLst>
              <a:gd name="adj" fmla="val 4340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5779BAA-2D4B-747D-B41F-77C1EBBAAD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25220" y="5192294"/>
            <a:ext cx="1161097" cy="185775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D7FE8EA-55DB-C039-23FD-78499001BC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01383" y="5192294"/>
            <a:ext cx="1161097" cy="185775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2DF75168-AB9F-A0F5-DED8-08E2E45AC1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29513" y="5192294"/>
            <a:ext cx="1161097" cy="1857755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29BEAD8A-3653-9143-9912-2B06171B00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05676" y="5192294"/>
            <a:ext cx="1161097" cy="185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90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>
            <a:extLst>
              <a:ext uri="{FF2B5EF4-FFF2-40B4-BE49-F238E27FC236}">
                <a16:creationId xmlns:a16="http://schemas.microsoft.com/office/drawing/2014/main" id="{5F1F0AD6-AEC9-06B4-344E-A5BA4E25038C}"/>
              </a:ext>
            </a:extLst>
          </p:cNvPr>
          <p:cNvSpPr/>
          <p:nvPr/>
        </p:nvSpPr>
        <p:spPr>
          <a:xfrm>
            <a:off x="985774" y="310133"/>
            <a:ext cx="10220452" cy="11354147"/>
          </a:xfrm>
          <a:prstGeom prst="roundRect">
            <a:avLst>
              <a:gd name="adj" fmla="val 4216"/>
            </a:avLst>
          </a:prstGeom>
          <a:noFill/>
          <a:ln w="190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BC29458F-4EF7-701B-ECBB-77F2830C0C67}"/>
              </a:ext>
            </a:extLst>
          </p:cNvPr>
          <p:cNvSpPr/>
          <p:nvPr/>
        </p:nvSpPr>
        <p:spPr>
          <a:xfrm>
            <a:off x="985774" y="318667"/>
            <a:ext cx="10220452" cy="11337077"/>
          </a:xfrm>
          <a:prstGeom prst="roundRect">
            <a:avLst>
              <a:gd name="adj" fmla="val 4216"/>
            </a:avLst>
          </a:prstGeom>
          <a:gradFill>
            <a:gsLst>
              <a:gs pos="0">
                <a:srgbClr val="5D16A9"/>
              </a:gs>
              <a:gs pos="33000">
                <a:srgbClr val="D5C1F0"/>
              </a:gs>
              <a:gs pos="86000">
                <a:schemeClr val="accent4">
                  <a:lumMod val="40000"/>
                  <a:lumOff val="60000"/>
                </a:schemeClr>
              </a:gs>
            </a:gsLst>
            <a:lin ang="2700000" scaled="1"/>
          </a:gra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1E527EE8-5869-7B4D-2F94-7503EF174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697474" y="932821"/>
            <a:ext cx="1633336" cy="2613337"/>
          </a:xfrm>
          <a:prstGeom prst="rect">
            <a:avLst/>
          </a:prstGeom>
          <a:noFill/>
          <a:effectLst>
            <a:glow rad="1143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圓角矩形 5">
            <a:extLst>
              <a:ext uri="{FF2B5EF4-FFF2-40B4-BE49-F238E27FC236}">
                <a16:creationId xmlns:a16="http://schemas.microsoft.com/office/drawing/2014/main" id="{FDE40B65-F045-034D-7630-BB1F1320C16F}"/>
              </a:ext>
            </a:extLst>
          </p:cNvPr>
          <p:cNvSpPr/>
          <p:nvPr/>
        </p:nvSpPr>
        <p:spPr>
          <a:xfrm>
            <a:off x="1151890" y="3130953"/>
            <a:ext cx="6663373" cy="820334"/>
          </a:xfrm>
          <a:prstGeom prst="roundRect">
            <a:avLst>
              <a:gd name="adj" fmla="val 10611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王漢宗特黑體繁" panose="02000500000000000000" pitchFamily="2" charset="-120"/>
                <a:ea typeface="王漢宗特黑體繁" panose="02000500000000000000" pitchFamily="2" charset="-120"/>
              </a:rPr>
              <a:t>電子場記板莎莉</a:t>
            </a:r>
            <a:endParaRPr kumimoji="1" lang="zh-TW" altLang="en-US" sz="36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王漢宗特黑體繁" panose="02000500000000000000" pitchFamily="2" charset="-120"/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B2BD56F8-EBD1-DA05-909D-0E9A9CE83144}"/>
              </a:ext>
            </a:extLst>
          </p:cNvPr>
          <p:cNvSpPr/>
          <p:nvPr/>
        </p:nvSpPr>
        <p:spPr>
          <a:xfrm>
            <a:off x="6694548" y="4787852"/>
            <a:ext cx="4363277" cy="2437828"/>
          </a:xfrm>
          <a:prstGeom prst="roundRect">
            <a:avLst>
              <a:gd name="adj" fmla="val 6666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2EA00CF5-126E-29D7-97FB-6F6279986215}"/>
              </a:ext>
            </a:extLst>
          </p:cNvPr>
          <p:cNvSpPr/>
          <p:nvPr/>
        </p:nvSpPr>
        <p:spPr>
          <a:xfrm>
            <a:off x="6676379" y="7957315"/>
            <a:ext cx="4367058" cy="2490351"/>
          </a:xfrm>
          <a:prstGeom prst="roundRect">
            <a:avLst>
              <a:gd name="adj" fmla="val 6666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41B31C2-5AEF-D94A-165F-1A8A4FB21E70}"/>
              </a:ext>
            </a:extLst>
          </p:cNvPr>
          <p:cNvSpPr txBox="1"/>
          <p:nvPr/>
        </p:nvSpPr>
        <p:spPr>
          <a:xfrm>
            <a:off x="7492175" y="5044807"/>
            <a:ext cx="3316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餵食</a:t>
            </a:r>
            <a:r>
              <a:rPr kumimoji="1" lang="en-US" altLang="zh-TW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(</a:t>
            </a:r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輔</a:t>
            </a:r>
            <a:r>
              <a:rPr kumimoji="1" lang="en-US" altLang="zh-TW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  <a:endParaRPr kumimoji="1" lang="zh-TW" altLang="en-US" sz="2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AE6E043-BE29-8C7C-678D-68E891CB6435}"/>
              </a:ext>
            </a:extLst>
          </p:cNvPr>
          <p:cNvSpPr txBox="1"/>
          <p:nvPr/>
        </p:nvSpPr>
        <p:spPr>
          <a:xfrm>
            <a:off x="6834012" y="5649043"/>
            <a:ext cx="41272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無敵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(4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持續回復體力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40%(7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解除負面效果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(4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7797C3E1-FE69-ADEF-F6E4-7F2AC3332F82}"/>
              </a:ext>
            </a:extLst>
          </p:cNvPr>
          <p:cNvSpPr/>
          <p:nvPr/>
        </p:nvSpPr>
        <p:spPr>
          <a:xfrm>
            <a:off x="7961882" y="476255"/>
            <a:ext cx="3078228" cy="3475032"/>
          </a:xfrm>
          <a:prstGeom prst="roundRect">
            <a:avLst>
              <a:gd name="adj" fmla="val 5505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CD701DD-E69F-746E-C1DD-6E29FB012214}"/>
              </a:ext>
            </a:extLst>
          </p:cNvPr>
          <p:cNvSpPr txBox="1"/>
          <p:nvPr/>
        </p:nvSpPr>
        <p:spPr>
          <a:xfrm>
            <a:off x="8036113" y="608339"/>
            <a:ext cx="3316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王漢宗特黑體繁" panose="02000500000000000000" pitchFamily="2" charset="-120"/>
              </a:rPr>
              <a:t>屬性：</a:t>
            </a:r>
            <a:r>
              <a:rPr kumimoji="1" lang="zh-TW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王漢宗特黑體繁" panose="02000500000000000000" pitchFamily="2" charset="-120"/>
              </a:rPr>
              <a:t>木</a:t>
            </a:r>
            <a:endParaRPr kumimoji="1" lang="zh-TW" altLang="en-US" sz="2800" dirty="0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王漢宗特黑體繁" panose="02000500000000000000" pitchFamily="2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4B246EC-6287-4261-B32D-753210713D42}"/>
              </a:ext>
            </a:extLst>
          </p:cNvPr>
          <p:cNvSpPr txBox="1"/>
          <p:nvPr/>
        </p:nvSpPr>
        <p:spPr>
          <a:xfrm>
            <a:off x="8036113" y="1131559"/>
            <a:ext cx="3316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王漢宗特黑體繁" panose="02000500000000000000" pitchFamily="2" charset="-120"/>
              </a:rPr>
              <a:t>類型：敏捷型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9B1BE11-2FF8-C097-BAA0-C3722DAADB20}"/>
              </a:ext>
            </a:extLst>
          </p:cNvPr>
          <p:cNvSpPr txBox="1"/>
          <p:nvPr/>
        </p:nvSpPr>
        <p:spPr>
          <a:xfrm>
            <a:off x="8036113" y="1654779"/>
            <a:ext cx="3316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王漢宗特黑體繁" panose="02000500000000000000" pitchFamily="2" charset="-120"/>
              </a:rPr>
              <a:t>克制：</a:t>
            </a:r>
            <a:r>
              <a:rPr kumimoji="1" lang="zh-TW" alt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王漢宗特黑體繁" panose="02000500000000000000" pitchFamily="2" charset="-120"/>
              </a:rPr>
              <a:t>水</a:t>
            </a:r>
            <a:endParaRPr kumimoji="1" lang="zh-TW" altLang="en-US" sz="2800" dirty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王漢宗特黑體繁" panose="02000500000000000000" pitchFamily="2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F60FE8E-ED11-9ADF-F538-A73D9343CB8C}"/>
              </a:ext>
            </a:extLst>
          </p:cNvPr>
          <p:cNvSpPr txBox="1"/>
          <p:nvPr/>
        </p:nvSpPr>
        <p:spPr>
          <a:xfrm>
            <a:off x="8036113" y="2177999"/>
            <a:ext cx="3316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王漢宗特黑體繁" panose="02000500000000000000" pitchFamily="2" charset="-120"/>
              </a:rPr>
              <a:t>弱點：</a:t>
            </a:r>
            <a:r>
              <a:rPr kumimoji="1" lang="zh-TW" altLang="en-US" sz="2800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王漢宗特黑體繁" panose="02000500000000000000" pitchFamily="2" charset="-120"/>
              </a:rPr>
              <a:t>火</a:t>
            </a:r>
            <a:endParaRPr kumimoji="1" lang="zh-TW" altLang="en-US" sz="2800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王漢宗特黑體繁" panose="02000500000000000000" pitchFamily="2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F779561-CA02-C1F1-E927-10854F1B736C}"/>
              </a:ext>
            </a:extLst>
          </p:cNvPr>
          <p:cNvSpPr txBox="1"/>
          <p:nvPr/>
        </p:nvSpPr>
        <p:spPr>
          <a:xfrm>
            <a:off x="8036113" y="2772659"/>
            <a:ext cx="3316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王漢宗特黑體繁" panose="02000500000000000000" pitchFamily="2" charset="-120"/>
              </a:rPr>
              <a:t>能力：</a:t>
            </a:r>
            <a:endParaRPr kumimoji="1" lang="zh-TW" altLang="en-US" sz="2800" dirty="0">
              <a:solidFill>
                <a:srgbClr val="7030A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王漢宗特黑體繁" panose="02000500000000000000" pitchFamily="2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3178EC6-1603-1F95-7D0B-E04035641301}"/>
              </a:ext>
            </a:extLst>
          </p:cNvPr>
          <p:cNvSpPr txBox="1"/>
          <p:nvPr/>
        </p:nvSpPr>
        <p:spPr>
          <a:xfrm>
            <a:off x="8036113" y="3324502"/>
            <a:ext cx="3316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王漢宗特黑體繁" panose="02000500000000000000" pitchFamily="2" charset="-120"/>
              </a:rPr>
              <a:t>定位：輔助兼控場</a:t>
            </a:r>
            <a:endParaRPr kumimoji="1" lang="zh-TW" altLang="en-US" sz="2800" dirty="0">
              <a:solidFill>
                <a:srgbClr val="7030A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王漢宗特黑體繁" panose="02000500000000000000" pitchFamily="2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23CF696-40B2-2243-9FA0-A6D6D7C124CC}"/>
              </a:ext>
            </a:extLst>
          </p:cNvPr>
          <p:cNvSpPr txBox="1"/>
          <p:nvPr/>
        </p:nvSpPr>
        <p:spPr>
          <a:xfrm>
            <a:off x="7465919" y="8220675"/>
            <a:ext cx="3702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場記板一口咬</a:t>
            </a:r>
            <a:r>
              <a:rPr kumimoji="1" lang="en-US" altLang="zh-TW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(</a:t>
            </a:r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攻</a:t>
            </a:r>
            <a:r>
              <a:rPr kumimoji="1" lang="en-US" altLang="zh-TW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  <a:endParaRPr kumimoji="1" lang="zh-TW" altLang="en-US" sz="2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847EA46-7B70-F50A-B001-3421373C98FE}"/>
              </a:ext>
            </a:extLst>
          </p:cNvPr>
          <p:cNvSpPr txBox="1"/>
          <p:nvPr/>
        </p:nvSpPr>
        <p:spPr>
          <a:xfrm>
            <a:off x="6801145" y="8895278"/>
            <a:ext cx="402952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解除無敵</a:t>
            </a:r>
            <a:endParaRPr kumimoji="1"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技能閃避機率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-60%(7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電暈敵人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(3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B48130AD-BB2C-AC69-6BA9-73F1A58FE480}"/>
              </a:ext>
            </a:extLst>
          </p:cNvPr>
          <p:cNvSpPr/>
          <p:nvPr/>
        </p:nvSpPr>
        <p:spPr>
          <a:xfrm>
            <a:off x="1154022" y="4762788"/>
            <a:ext cx="5268682" cy="2153860"/>
          </a:xfrm>
          <a:prstGeom prst="roundRect">
            <a:avLst>
              <a:gd name="adj" fmla="val 6666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8BC279C2-ABCC-39D0-91EE-C07392BEEC08}"/>
              </a:ext>
            </a:extLst>
          </p:cNvPr>
          <p:cNvSpPr/>
          <p:nvPr/>
        </p:nvSpPr>
        <p:spPr>
          <a:xfrm>
            <a:off x="6694548" y="4171793"/>
            <a:ext cx="4345561" cy="590659"/>
          </a:xfrm>
          <a:prstGeom prst="roundRect">
            <a:avLst>
              <a:gd name="adj" fmla="val 26309"/>
            </a:avLst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EB0725C-51D3-0DF0-C3F2-5B6140B6FA72}"/>
              </a:ext>
            </a:extLst>
          </p:cNvPr>
          <p:cNvSpPr txBox="1"/>
          <p:nvPr/>
        </p:nvSpPr>
        <p:spPr>
          <a:xfrm>
            <a:off x="1279278" y="4885737"/>
            <a:ext cx="267686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攻擊力：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36500	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 </a:t>
            </a:r>
            <a:endParaRPr kumimoji="1"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600"/>
              </a:spcBef>
            </a:pP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礦物：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1270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     </a:t>
            </a:r>
            <a:endParaRPr kumimoji="1"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600"/>
              </a:spcBef>
            </a:pP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攻擊範圍：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240</a:t>
            </a:r>
          </a:p>
          <a:p>
            <a:pPr>
              <a:spcBef>
                <a:spcPts val="600"/>
              </a:spcBef>
            </a:pP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攻擊速度：快</a:t>
            </a:r>
            <a:endParaRPr kumimoji="1"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018DE21-7724-C9B9-52AC-341277379972}"/>
              </a:ext>
            </a:extLst>
          </p:cNvPr>
          <p:cNvSpPr txBox="1"/>
          <p:nvPr/>
        </p:nvSpPr>
        <p:spPr>
          <a:xfrm>
            <a:off x="6694549" y="4162432"/>
            <a:ext cx="4341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技能一</a:t>
            </a:r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B9A2C9F5-4B05-D1B7-E9AA-80E7CB2198D9}"/>
              </a:ext>
            </a:extLst>
          </p:cNvPr>
          <p:cNvSpPr/>
          <p:nvPr/>
        </p:nvSpPr>
        <p:spPr>
          <a:xfrm>
            <a:off x="6690767" y="7379251"/>
            <a:ext cx="4349342" cy="590659"/>
          </a:xfrm>
          <a:prstGeom prst="roundRect">
            <a:avLst>
              <a:gd name="adj" fmla="val 26309"/>
            </a:avLst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E72DFDC-3A8C-C66F-BB58-A97E9C35A971}"/>
              </a:ext>
            </a:extLst>
          </p:cNvPr>
          <p:cNvSpPr txBox="1"/>
          <p:nvPr/>
        </p:nvSpPr>
        <p:spPr>
          <a:xfrm>
            <a:off x="6700786" y="7385135"/>
            <a:ext cx="4330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技能二</a:t>
            </a:r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B4234F6D-398B-BD7C-51AF-4CA6594EEABD}"/>
              </a:ext>
            </a:extLst>
          </p:cNvPr>
          <p:cNvSpPr/>
          <p:nvPr/>
        </p:nvSpPr>
        <p:spPr>
          <a:xfrm>
            <a:off x="1151891" y="4156548"/>
            <a:ext cx="5268682" cy="590659"/>
          </a:xfrm>
          <a:prstGeom prst="roundRect">
            <a:avLst>
              <a:gd name="adj" fmla="val 26309"/>
            </a:avLst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864DA0B-1D70-BD75-BDFF-720891C6AB41}"/>
              </a:ext>
            </a:extLst>
          </p:cNvPr>
          <p:cNvSpPr txBox="1"/>
          <p:nvPr/>
        </p:nvSpPr>
        <p:spPr>
          <a:xfrm>
            <a:off x="3858095" y="4885737"/>
            <a:ext cx="2659442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體力：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158900</a:t>
            </a:r>
          </a:p>
          <a:p>
            <a:pPr>
              <a:spcBef>
                <a:spcPts val="600"/>
              </a:spcBef>
            </a:pP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再生產：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13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endParaRPr kumimoji="1"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600"/>
              </a:spcBef>
            </a:pPr>
            <a:endParaRPr kumimoji="1"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600"/>
              </a:spcBef>
            </a:pP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移動速度：普通</a:t>
            </a:r>
            <a:endParaRPr kumimoji="1"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1631E8E-6385-EF53-774E-B29D8E0899F8}"/>
              </a:ext>
            </a:extLst>
          </p:cNvPr>
          <p:cNvSpPr txBox="1"/>
          <p:nvPr/>
        </p:nvSpPr>
        <p:spPr>
          <a:xfrm>
            <a:off x="1597627" y="4156729"/>
            <a:ext cx="4341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基礎數據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7E2298D6-C0DF-EDB3-D955-5D5FB80A9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934" y="10873012"/>
            <a:ext cx="644401" cy="64440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2531A45-B5E2-62C2-4B21-F8C598FC0468}"/>
              </a:ext>
            </a:extLst>
          </p:cNvPr>
          <p:cNvSpPr txBox="1"/>
          <p:nvPr/>
        </p:nvSpPr>
        <p:spPr>
          <a:xfrm>
            <a:off x="8218025" y="10985228"/>
            <a:ext cx="20632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2023.3.30</a:t>
            </a:r>
            <a:endParaRPr lang="zh-TW" alt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BE9F9D3-238B-2AE2-DB40-600CF5C91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9110279" y="2740302"/>
            <a:ext cx="584200" cy="584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45344F6-9C19-E79B-7616-E5A9CDC8E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9783967" y="2742169"/>
            <a:ext cx="584200" cy="584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2">
            <a:extLst>
              <a:ext uri="{FF2B5EF4-FFF2-40B4-BE49-F238E27FC236}">
                <a16:creationId xmlns:a16="http://schemas.microsoft.com/office/drawing/2014/main" id="{A75A2C30-62C7-7D19-BCF1-41953705C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6907975" y="5055805"/>
            <a:ext cx="584200" cy="584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4">
            <a:extLst>
              <a:ext uri="{FF2B5EF4-FFF2-40B4-BE49-F238E27FC236}">
                <a16:creationId xmlns:a16="http://schemas.microsoft.com/office/drawing/2014/main" id="{A771877B-611B-5053-535E-15A35E920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6881720" y="8203974"/>
            <a:ext cx="584200" cy="584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圓角矩形 18">
            <a:extLst>
              <a:ext uri="{FF2B5EF4-FFF2-40B4-BE49-F238E27FC236}">
                <a16:creationId xmlns:a16="http://schemas.microsoft.com/office/drawing/2014/main" id="{6C3A761E-7DA7-B6C1-1304-A7D0119E6BD4}"/>
              </a:ext>
            </a:extLst>
          </p:cNvPr>
          <p:cNvSpPr/>
          <p:nvPr/>
        </p:nvSpPr>
        <p:spPr>
          <a:xfrm>
            <a:off x="1146623" y="7827705"/>
            <a:ext cx="5268682" cy="3577231"/>
          </a:xfrm>
          <a:prstGeom prst="roundRect">
            <a:avLst>
              <a:gd name="adj" fmla="val 6666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C3D7C1EF-5CCB-1BF0-1006-3F303E6FE69E}"/>
              </a:ext>
            </a:extLst>
          </p:cNvPr>
          <p:cNvSpPr/>
          <p:nvPr/>
        </p:nvSpPr>
        <p:spPr>
          <a:xfrm>
            <a:off x="1146623" y="7225680"/>
            <a:ext cx="5268682" cy="590659"/>
          </a:xfrm>
          <a:prstGeom prst="roundRect">
            <a:avLst>
              <a:gd name="adj" fmla="val 26309"/>
            </a:avLst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68B82E7-AE4C-EC17-15D9-D52287C9D330}"/>
              </a:ext>
            </a:extLst>
          </p:cNvPr>
          <p:cNvSpPr txBox="1"/>
          <p:nvPr/>
        </p:nvSpPr>
        <p:spPr>
          <a:xfrm>
            <a:off x="1592359" y="7225861"/>
            <a:ext cx="4341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配裝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FF1B6E8C-7AFC-AB2C-9E07-B9282A1AB3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7981" y="8025582"/>
            <a:ext cx="743937" cy="7439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0171CA4B-8B0C-65F3-BC65-C07C9A7439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0559" y="8031434"/>
            <a:ext cx="743936" cy="743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C4CF6CB7-C08C-987A-3155-40984F50D05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224362" y="8028486"/>
            <a:ext cx="743936" cy="743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2" name="文字方塊 41">
            <a:extLst>
              <a:ext uri="{FF2B5EF4-FFF2-40B4-BE49-F238E27FC236}">
                <a16:creationId xmlns:a16="http://schemas.microsoft.com/office/drawing/2014/main" id="{AAE053C2-9F26-8385-1EA0-65F9DAB9E661}"/>
              </a:ext>
            </a:extLst>
          </p:cNvPr>
          <p:cNvSpPr txBox="1"/>
          <p:nvPr/>
        </p:nvSpPr>
        <p:spPr>
          <a:xfrm>
            <a:off x="1419454" y="8178343"/>
            <a:ext cx="1678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建議配置</a:t>
            </a:r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9E771C70-EA3A-DD3D-2023-70E3EC5285E7}"/>
              </a:ext>
            </a:extLst>
          </p:cNvPr>
          <p:cNvCxnSpPr/>
          <p:nvPr/>
        </p:nvCxnSpPr>
        <p:spPr>
          <a:xfrm>
            <a:off x="1304844" y="8912243"/>
            <a:ext cx="495224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9D494611-3E7A-76B3-AFA9-9CECE1E2D0D2}"/>
              </a:ext>
            </a:extLst>
          </p:cNvPr>
          <p:cNvSpPr txBox="1"/>
          <p:nvPr/>
        </p:nvSpPr>
        <p:spPr>
          <a:xfrm>
            <a:off x="1311127" y="9280022"/>
            <a:ext cx="4798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替</a:t>
            </a:r>
            <a:endParaRPr kumimoji="1" lang="en-US" altLang="zh-TW" sz="2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 algn="ctr"/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換</a:t>
            </a:r>
            <a:endParaRPr kumimoji="1" lang="en-US" altLang="zh-TW" sz="2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 algn="ctr"/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方</a:t>
            </a:r>
            <a:endParaRPr kumimoji="1" lang="en-US" altLang="zh-TW" sz="2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 algn="ctr"/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案</a:t>
            </a: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77D878BD-6936-00C4-4BE5-94B9AFFDF1E6}"/>
              </a:ext>
            </a:extLst>
          </p:cNvPr>
          <p:cNvSpPr/>
          <p:nvPr/>
        </p:nvSpPr>
        <p:spPr>
          <a:xfrm>
            <a:off x="1890928" y="9049117"/>
            <a:ext cx="1333433" cy="2225393"/>
          </a:xfrm>
          <a:prstGeom prst="roundRect">
            <a:avLst>
              <a:gd name="adj" fmla="val 6666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87A30A58-E972-A2CE-F924-0F2E87EBE0DE}"/>
              </a:ext>
            </a:extLst>
          </p:cNvPr>
          <p:cNvSpPr/>
          <p:nvPr/>
        </p:nvSpPr>
        <p:spPr>
          <a:xfrm>
            <a:off x="3407311" y="9049117"/>
            <a:ext cx="1328515" cy="2221805"/>
          </a:xfrm>
          <a:prstGeom prst="roundRect">
            <a:avLst>
              <a:gd name="adj" fmla="val 6666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06F098B9-F439-04B8-716A-B1A71C715CA5}"/>
              </a:ext>
            </a:extLst>
          </p:cNvPr>
          <p:cNvSpPr/>
          <p:nvPr/>
        </p:nvSpPr>
        <p:spPr>
          <a:xfrm>
            <a:off x="4888975" y="9049118"/>
            <a:ext cx="1328515" cy="2221804"/>
          </a:xfrm>
          <a:prstGeom prst="roundRect">
            <a:avLst>
              <a:gd name="adj" fmla="val 6666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110A5D1D-14A2-F28D-34D2-52F20C09D4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8468" y="9149511"/>
            <a:ext cx="473018" cy="4730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A04886C2-841A-9E95-81F6-7CA657A9F0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5374" y="9868716"/>
            <a:ext cx="407049" cy="4070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7638D788-1293-F3C6-E8FD-31B486182E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0293" y="9852049"/>
            <a:ext cx="378878" cy="3788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54B7AFE0-EF37-5AD4-72B0-72F49CB97D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6538" y="9111993"/>
            <a:ext cx="501556" cy="5015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E5FFE1FD-65B1-C06C-55F9-5850E46EDC47}"/>
              </a:ext>
            </a:extLst>
          </p:cNvPr>
          <p:cNvCxnSpPr>
            <a:cxnSpLocks/>
          </p:cNvCxnSpPr>
          <p:nvPr/>
        </p:nvCxnSpPr>
        <p:spPr>
          <a:xfrm>
            <a:off x="4888975" y="9741977"/>
            <a:ext cx="1328515" cy="0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098D658B-5B9E-14D6-BB8E-B3DE903F8F49}"/>
              </a:ext>
            </a:extLst>
          </p:cNvPr>
          <p:cNvCxnSpPr>
            <a:cxnSpLocks/>
          </p:cNvCxnSpPr>
          <p:nvPr/>
        </p:nvCxnSpPr>
        <p:spPr>
          <a:xfrm>
            <a:off x="3407311" y="9741456"/>
            <a:ext cx="1328515" cy="0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91C305A2-05C0-7104-0C9D-8AB5CCA138F1}"/>
              </a:ext>
            </a:extLst>
          </p:cNvPr>
          <p:cNvCxnSpPr>
            <a:cxnSpLocks/>
          </p:cNvCxnSpPr>
          <p:nvPr/>
        </p:nvCxnSpPr>
        <p:spPr>
          <a:xfrm>
            <a:off x="1890928" y="9741456"/>
            <a:ext cx="1333433" cy="0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圖片 60">
            <a:extLst>
              <a:ext uri="{FF2B5EF4-FFF2-40B4-BE49-F238E27FC236}">
                <a16:creationId xmlns:a16="http://schemas.microsoft.com/office/drawing/2014/main" id="{3151E5F2-6D62-FC41-C826-E6453B263A4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285451" y="9148065"/>
            <a:ext cx="506717" cy="506717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68217074-AC07-CBB1-71D2-677A03AF914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608655" y="9880309"/>
            <a:ext cx="378878" cy="3788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圖片 1025">
            <a:extLst>
              <a:ext uri="{FF2B5EF4-FFF2-40B4-BE49-F238E27FC236}">
                <a16:creationId xmlns:a16="http://schemas.microsoft.com/office/drawing/2014/main" id="{0DC97B58-06CB-4A8A-F538-D552186B799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585080" y="9872721"/>
            <a:ext cx="378878" cy="3788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8" name="圖片 1027">
            <a:extLst>
              <a:ext uri="{FF2B5EF4-FFF2-40B4-BE49-F238E27FC236}">
                <a16:creationId xmlns:a16="http://schemas.microsoft.com/office/drawing/2014/main" id="{4568AB53-54FB-5102-52E0-01BC708BF57A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2160422" y="9864516"/>
            <a:ext cx="378878" cy="3788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9" name="圖片 1028">
            <a:extLst>
              <a:ext uri="{FF2B5EF4-FFF2-40B4-BE49-F238E27FC236}">
                <a16:creationId xmlns:a16="http://schemas.microsoft.com/office/drawing/2014/main" id="{8C69A738-0156-3E2F-7C02-F289FAE4D77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1540" y="10367367"/>
            <a:ext cx="367229" cy="3672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2" name="圖片 1031">
            <a:extLst>
              <a:ext uri="{FF2B5EF4-FFF2-40B4-BE49-F238E27FC236}">
                <a16:creationId xmlns:a16="http://schemas.microsoft.com/office/drawing/2014/main" id="{FC8D553D-0E78-A81B-2A71-E69CB150B0B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1409" y="9857873"/>
            <a:ext cx="367229" cy="3672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3" name="圖片 1032">
            <a:extLst>
              <a:ext uri="{FF2B5EF4-FFF2-40B4-BE49-F238E27FC236}">
                <a16:creationId xmlns:a16="http://schemas.microsoft.com/office/drawing/2014/main" id="{8ED5E21D-BD2A-ED3C-2645-B62FA5420AE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58960" y="10347121"/>
            <a:ext cx="367229" cy="3672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41" name="圖片 1040">
            <a:extLst>
              <a:ext uri="{FF2B5EF4-FFF2-40B4-BE49-F238E27FC236}">
                <a16:creationId xmlns:a16="http://schemas.microsoft.com/office/drawing/2014/main" id="{1D85C1FE-49FA-545F-71C1-D7C245C9045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93785" y="10404072"/>
            <a:ext cx="367229" cy="3672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44" name="圖片 1043">
            <a:extLst>
              <a:ext uri="{FF2B5EF4-FFF2-40B4-BE49-F238E27FC236}">
                <a16:creationId xmlns:a16="http://schemas.microsoft.com/office/drawing/2014/main" id="{FC795E8C-4F02-815C-4F29-775762DA21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60422" y="10785196"/>
            <a:ext cx="367229" cy="3672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45" name="圖片 1044">
            <a:extLst>
              <a:ext uri="{FF2B5EF4-FFF2-40B4-BE49-F238E27FC236}">
                <a16:creationId xmlns:a16="http://schemas.microsoft.com/office/drawing/2014/main" id="{DC82975E-61BA-72BA-5301-662D259720F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48574" y="10318860"/>
            <a:ext cx="367229" cy="3672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9651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>
            <a:extLst>
              <a:ext uri="{FF2B5EF4-FFF2-40B4-BE49-F238E27FC236}">
                <a16:creationId xmlns:a16="http://schemas.microsoft.com/office/drawing/2014/main" id="{CAECDD57-68AA-FE46-F332-AD4A716BE99F}"/>
              </a:ext>
            </a:extLst>
          </p:cNvPr>
          <p:cNvSpPr/>
          <p:nvPr/>
        </p:nvSpPr>
        <p:spPr>
          <a:xfrm>
            <a:off x="891458" y="1201272"/>
            <a:ext cx="10138492" cy="8699966"/>
          </a:xfrm>
          <a:prstGeom prst="roundRect">
            <a:avLst>
              <a:gd name="adj" fmla="val 6703"/>
            </a:avLst>
          </a:pr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50000">
                <a:srgbClr val="904717"/>
              </a:gs>
              <a:gs pos="100000">
                <a:srgbClr val="7030A0"/>
              </a:gs>
            </a:gsLst>
            <a:lin ang="2700000" scaled="1"/>
          </a:gradFill>
          <a:ln w="254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BB5328D1-63AE-2B53-9823-DEC0A1A1BAA9}"/>
              </a:ext>
            </a:extLst>
          </p:cNvPr>
          <p:cNvSpPr/>
          <p:nvPr/>
        </p:nvSpPr>
        <p:spPr>
          <a:xfrm>
            <a:off x="891458" y="1203398"/>
            <a:ext cx="10138492" cy="8697840"/>
          </a:xfrm>
          <a:prstGeom prst="roundRect">
            <a:avLst>
              <a:gd name="adj" fmla="val 6879"/>
            </a:avLst>
          </a:prstGeom>
          <a:gradFill>
            <a:gsLst>
              <a:gs pos="0">
                <a:srgbClr val="5D16A9"/>
              </a:gs>
              <a:gs pos="48000">
                <a:srgbClr val="D5C1F0"/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2700000" scaled="1"/>
          </a:gra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48E7F99-E3FC-113F-F4FD-7284A1053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559956" y="3821475"/>
            <a:ext cx="1862645" cy="2980232"/>
          </a:xfrm>
          <a:prstGeom prst="rect">
            <a:avLst/>
          </a:prstGeom>
          <a:noFill/>
          <a:effectLst>
            <a:glow rad="1143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圓角矩形 26">
            <a:extLst>
              <a:ext uri="{FF2B5EF4-FFF2-40B4-BE49-F238E27FC236}">
                <a16:creationId xmlns:a16="http://schemas.microsoft.com/office/drawing/2014/main" id="{45D816B1-4ECD-6274-9041-7E36E55E9FE5}"/>
              </a:ext>
            </a:extLst>
          </p:cNvPr>
          <p:cNvSpPr/>
          <p:nvPr/>
        </p:nvSpPr>
        <p:spPr>
          <a:xfrm>
            <a:off x="4248563" y="1497860"/>
            <a:ext cx="6474954" cy="3856683"/>
          </a:xfrm>
          <a:prstGeom prst="roundRect">
            <a:avLst>
              <a:gd name="adj" fmla="val 6666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5EC719E-561C-699C-ED17-F067DD4CE831}"/>
              </a:ext>
            </a:extLst>
          </p:cNvPr>
          <p:cNvSpPr txBox="1"/>
          <p:nvPr/>
        </p:nvSpPr>
        <p:spPr>
          <a:xfrm>
            <a:off x="4527759" y="3414328"/>
            <a:ext cx="578885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效果：</a:t>
            </a:r>
            <a:endParaRPr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無敵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(4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持續回復體力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40%(7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解除負面效果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(4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FD4A78C-7B92-9085-52A8-0BDED39BF94F}"/>
              </a:ext>
            </a:extLst>
          </p:cNvPr>
          <p:cNvSpPr txBox="1"/>
          <p:nvPr/>
        </p:nvSpPr>
        <p:spPr>
          <a:xfrm>
            <a:off x="4527759" y="2490466"/>
            <a:ext cx="578885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冷卻時間：</a:t>
            </a:r>
            <a:r>
              <a:rPr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12</a:t>
            </a: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		</a:t>
            </a: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發動機率：</a:t>
            </a:r>
            <a:r>
              <a:rPr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30%</a:t>
            </a:r>
          </a:p>
          <a:p>
            <a:pPr>
              <a:spcBef>
                <a:spcPts val="600"/>
              </a:spcBef>
            </a:pP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技能範圍：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290</a:t>
            </a:r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AE82ACBB-17F9-1054-A486-106FC2D84B2A}"/>
              </a:ext>
            </a:extLst>
          </p:cNvPr>
          <p:cNvSpPr/>
          <p:nvPr/>
        </p:nvSpPr>
        <p:spPr>
          <a:xfrm>
            <a:off x="4248563" y="5687367"/>
            <a:ext cx="6474954" cy="3856683"/>
          </a:xfrm>
          <a:prstGeom prst="roundRect">
            <a:avLst>
              <a:gd name="adj" fmla="val 6666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4E4AD08-5F20-9A2D-ADDF-1FD1EC378317}"/>
              </a:ext>
            </a:extLst>
          </p:cNvPr>
          <p:cNvSpPr txBox="1"/>
          <p:nvPr/>
        </p:nvSpPr>
        <p:spPr>
          <a:xfrm>
            <a:off x="4509658" y="7626051"/>
            <a:ext cx="578885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效果：</a:t>
            </a:r>
            <a:endParaRPr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解除無敵</a:t>
            </a:r>
            <a:endParaRPr kumimoji="1"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技能閃避機率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-60%(7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TW" sz="2400" baseline="30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*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電暈敵人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(3</a:t>
            </a: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9E7C6AA4-B19A-D1B1-1E1B-167D9B3DAF76}"/>
              </a:ext>
            </a:extLst>
          </p:cNvPr>
          <p:cNvSpPr txBox="1"/>
          <p:nvPr/>
        </p:nvSpPr>
        <p:spPr>
          <a:xfrm>
            <a:off x="4509658" y="6702189"/>
            <a:ext cx="578885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冷卻時間：</a:t>
            </a:r>
            <a:r>
              <a:rPr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9</a:t>
            </a: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秒</a:t>
            </a:r>
            <a:r>
              <a:rPr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		</a:t>
            </a: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發動機率：</a:t>
            </a:r>
            <a:r>
              <a:rPr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30%</a:t>
            </a:r>
          </a:p>
          <a:p>
            <a:pPr>
              <a:spcBef>
                <a:spcPts val="600"/>
              </a:spcBef>
            </a:pPr>
            <a:r>
              <a:rPr kumimoji="1"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技能範圍：</a:t>
            </a:r>
            <a:r>
              <a:rPr kumimoji="1" lang="en-US" altLang="zh-TW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360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A46D5A6-D7E6-0D2E-5C01-A4B73D6DE502}"/>
              </a:ext>
            </a:extLst>
          </p:cNvPr>
          <p:cNvSpPr txBox="1"/>
          <p:nvPr/>
        </p:nvSpPr>
        <p:spPr>
          <a:xfrm>
            <a:off x="5109983" y="1696191"/>
            <a:ext cx="331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餵食</a:t>
            </a:r>
            <a:r>
              <a:rPr kumimoji="1" lang="en-US" altLang="zh-TW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(</a:t>
            </a:r>
            <a:r>
              <a:rPr kumimoji="1" lang="zh-TW" alt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輔</a:t>
            </a:r>
            <a:r>
              <a:rPr kumimoji="1" lang="en-US" altLang="zh-TW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  <a:endParaRPr kumimoji="1" lang="zh-TW" altLang="en-US" sz="36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4920147-3FE1-709C-AF2B-89079A599849}"/>
              </a:ext>
            </a:extLst>
          </p:cNvPr>
          <p:cNvSpPr txBox="1"/>
          <p:nvPr/>
        </p:nvSpPr>
        <p:spPr>
          <a:xfrm>
            <a:off x="5134230" y="5864814"/>
            <a:ext cx="5443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場記板一口咬</a:t>
            </a:r>
            <a:r>
              <a:rPr kumimoji="1" lang="en-US" altLang="zh-TW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(</a:t>
            </a:r>
            <a:r>
              <a:rPr kumimoji="1" lang="zh-TW" alt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攻</a:t>
            </a:r>
            <a:r>
              <a:rPr kumimoji="1" lang="en-US" altLang="zh-TW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)</a:t>
            </a:r>
            <a:endParaRPr kumimoji="1" lang="zh-TW" altLang="en-US" sz="36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B861EEF-0555-AE54-BCAD-C3307D9CC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43884" y="1727256"/>
            <a:ext cx="584200" cy="584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B04B3B07-B99A-795A-80F6-D32F20DCA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4525783" y="5904475"/>
            <a:ext cx="584200" cy="584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A0D7043-1C7A-3746-D6DA-3F0AA6D8D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282" y="9048634"/>
            <a:ext cx="644401" cy="64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4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圓角矩形 49">
            <a:extLst>
              <a:ext uri="{FF2B5EF4-FFF2-40B4-BE49-F238E27FC236}">
                <a16:creationId xmlns:a16="http://schemas.microsoft.com/office/drawing/2014/main" id="{69B5115E-84E0-DC0B-A225-8A0C9FD6B013}"/>
              </a:ext>
            </a:extLst>
          </p:cNvPr>
          <p:cNvSpPr/>
          <p:nvPr/>
        </p:nvSpPr>
        <p:spPr>
          <a:xfrm>
            <a:off x="891458" y="3182012"/>
            <a:ext cx="10409084" cy="4848533"/>
          </a:xfrm>
          <a:prstGeom prst="roundRect">
            <a:avLst/>
          </a:pr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50000">
                <a:srgbClr val="904717"/>
              </a:gs>
              <a:gs pos="100000">
                <a:srgbClr val="7030A0"/>
              </a:gs>
            </a:gsLst>
            <a:lin ang="2700000" scaled="1"/>
          </a:gradFill>
          <a:ln w="254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0D6E0F6B-21F4-601C-5BEB-461CF9D0F243}"/>
              </a:ext>
            </a:extLst>
          </p:cNvPr>
          <p:cNvSpPr/>
          <p:nvPr/>
        </p:nvSpPr>
        <p:spPr>
          <a:xfrm>
            <a:off x="891458" y="3179599"/>
            <a:ext cx="10409084" cy="4848533"/>
          </a:xfrm>
          <a:prstGeom prst="roundRect">
            <a:avLst/>
          </a:prstGeom>
          <a:gradFill>
            <a:gsLst>
              <a:gs pos="0">
                <a:srgbClr val="5D16A9"/>
              </a:gs>
              <a:gs pos="53000">
                <a:srgbClr val="D5C1F0"/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2700000" scaled="1"/>
          </a:gra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52" name="Picture 28">
            <a:extLst>
              <a:ext uri="{FF2B5EF4-FFF2-40B4-BE49-F238E27FC236}">
                <a16:creationId xmlns:a16="http://schemas.microsoft.com/office/drawing/2014/main" id="{3AABE8ED-C381-0401-73FF-A2507B9A6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5399769" y="4022417"/>
            <a:ext cx="872186" cy="8721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文字方塊 45">
            <a:extLst>
              <a:ext uri="{FF2B5EF4-FFF2-40B4-BE49-F238E27FC236}">
                <a16:creationId xmlns:a16="http://schemas.microsoft.com/office/drawing/2014/main" id="{2D137CAF-DFCC-D5B4-170C-519EE78C2BE6}"/>
              </a:ext>
            </a:extLst>
          </p:cNvPr>
          <p:cNvSpPr txBox="1"/>
          <p:nvPr/>
        </p:nvSpPr>
        <p:spPr>
          <a:xfrm>
            <a:off x="6214080" y="4148121"/>
            <a:ext cx="4427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：同歸於盡</a:t>
            </a:r>
            <a:r>
              <a:rPr kumimoji="1" lang="en-US" altLang="zh-TW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2</a:t>
            </a:r>
            <a:endParaRPr kumimoji="1" lang="zh-TW" altLang="en-US" sz="36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E48394C6-41EB-AF7A-2764-3E599CCAA349}"/>
              </a:ext>
            </a:extLst>
          </p:cNvPr>
          <p:cNvSpPr txBox="1"/>
          <p:nvPr/>
        </p:nvSpPr>
        <p:spPr>
          <a:xfrm>
            <a:off x="6214080" y="5180321"/>
            <a:ext cx="4788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：出動飛彈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B35D775B-611F-9A60-35D9-33E8CBB47907}"/>
              </a:ext>
            </a:extLst>
          </p:cNvPr>
          <p:cNvSpPr txBox="1"/>
          <p:nvPr/>
        </p:nvSpPr>
        <p:spPr>
          <a:xfrm>
            <a:off x="6214080" y="6208516"/>
            <a:ext cx="424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：複製分身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22F3B1-D08E-0F68-5BBE-F63AC8676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150190" y="3964777"/>
            <a:ext cx="1990844" cy="3185350"/>
          </a:xfrm>
          <a:prstGeom prst="rect">
            <a:avLst/>
          </a:prstGeom>
          <a:noFill/>
          <a:effectLst>
            <a:glow rad="1143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99C6011-3A54-A4F5-F6F9-C9722184D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5403729" y="6126284"/>
            <a:ext cx="877026" cy="8770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FB98FAC-6EB4-9670-B0C0-0749F5B41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5403729" y="5113046"/>
            <a:ext cx="877026" cy="8770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00F3A8D6-3815-7DC8-66CF-93778E0A5B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7286" y="7073291"/>
            <a:ext cx="644401" cy="64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6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圓角矩形 9">
            <a:extLst>
              <a:ext uri="{FF2B5EF4-FFF2-40B4-BE49-F238E27FC236}">
                <a16:creationId xmlns:a16="http://schemas.microsoft.com/office/drawing/2014/main" id="{3F8C979A-76C9-23A7-43B2-DE0659E3EE79}"/>
              </a:ext>
            </a:extLst>
          </p:cNvPr>
          <p:cNvSpPr/>
          <p:nvPr/>
        </p:nvSpPr>
        <p:spPr>
          <a:xfrm>
            <a:off x="1408113" y="1082201"/>
            <a:ext cx="9767041" cy="9743400"/>
          </a:xfrm>
          <a:prstGeom prst="roundRect">
            <a:avLst>
              <a:gd name="adj" fmla="val 6050"/>
            </a:avLst>
          </a:prstGeom>
          <a:gradFill>
            <a:gsLst>
              <a:gs pos="0">
                <a:schemeClr val="accent4">
                  <a:lumMod val="40000"/>
                  <a:lumOff val="60000"/>
                </a:schemeClr>
              </a:gs>
              <a:gs pos="50000">
                <a:srgbClr val="904717"/>
              </a:gs>
              <a:gs pos="100000">
                <a:srgbClr val="7030A0"/>
              </a:gs>
            </a:gsLst>
            <a:lin ang="2700000" scaled="1"/>
          </a:gradFill>
          <a:ln w="254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D61FBA26-2350-59D7-DB48-98AE24B45B51}"/>
              </a:ext>
            </a:extLst>
          </p:cNvPr>
          <p:cNvSpPr/>
          <p:nvPr/>
        </p:nvSpPr>
        <p:spPr>
          <a:xfrm>
            <a:off x="1408112" y="1082200"/>
            <a:ext cx="9767042" cy="9743401"/>
          </a:xfrm>
          <a:prstGeom prst="roundRect">
            <a:avLst>
              <a:gd name="adj" fmla="val 6050"/>
            </a:avLst>
          </a:prstGeom>
          <a:gradFill>
            <a:gsLst>
              <a:gs pos="52000">
                <a:srgbClr val="D5C1F0"/>
              </a:gs>
              <a:gs pos="0">
                <a:srgbClr val="5D16A9"/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2700000" scaled="1"/>
          </a:gra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E7DE7E93-B460-8B5E-CBEC-AD70C921CA38}"/>
              </a:ext>
            </a:extLst>
          </p:cNvPr>
          <p:cNvSpPr/>
          <p:nvPr/>
        </p:nvSpPr>
        <p:spPr>
          <a:xfrm>
            <a:off x="5072485" y="2229523"/>
            <a:ext cx="5627077" cy="8321246"/>
          </a:xfrm>
          <a:prstGeom prst="roundRect">
            <a:avLst>
              <a:gd name="adj" fmla="val 6666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990FEF-8997-F2B7-A76B-11E7F2C25722}"/>
              </a:ext>
            </a:extLst>
          </p:cNvPr>
          <p:cNvSpPr/>
          <p:nvPr/>
        </p:nvSpPr>
        <p:spPr>
          <a:xfrm>
            <a:off x="5074418" y="1367987"/>
            <a:ext cx="5627077" cy="861535"/>
          </a:xfrm>
          <a:prstGeom prst="roundRect">
            <a:avLst>
              <a:gd name="adj" fmla="val 26309"/>
            </a:avLst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4D6C2FE-A32E-86A7-0F6D-9DE4BE202774}"/>
              </a:ext>
            </a:extLst>
          </p:cNvPr>
          <p:cNvSpPr txBox="1"/>
          <p:nvPr/>
        </p:nvSpPr>
        <p:spPr>
          <a:xfrm>
            <a:off x="6324974" y="1444811"/>
            <a:ext cx="3122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000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克制對象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91DE0355-940E-A39F-C073-A88A531C7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214470" y="4624822"/>
            <a:ext cx="1961738" cy="3138781"/>
          </a:xfrm>
          <a:prstGeom prst="rect">
            <a:avLst/>
          </a:prstGeom>
          <a:noFill/>
          <a:effectLst>
            <a:glow rad="1143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2D5A9463-DF8E-0275-03E3-CC02E9385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62" y="9855053"/>
            <a:ext cx="644401" cy="644401"/>
          </a:xfrm>
          <a:prstGeom prst="rect">
            <a:avLst/>
          </a:prstGeom>
        </p:spPr>
      </p:pic>
      <p:sp>
        <p:nvSpPr>
          <p:cNvPr id="21" name="圓角矩形 20">
            <a:extLst>
              <a:ext uri="{FF2B5EF4-FFF2-40B4-BE49-F238E27FC236}">
                <a16:creationId xmlns:a16="http://schemas.microsoft.com/office/drawing/2014/main" id="{421E8418-0190-DA9E-3A79-222054A16EB9}"/>
              </a:ext>
            </a:extLst>
          </p:cNvPr>
          <p:cNvSpPr/>
          <p:nvPr/>
        </p:nvSpPr>
        <p:spPr>
          <a:xfrm>
            <a:off x="5351890" y="2515308"/>
            <a:ext cx="5068265" cy="1764402"/>
          </a:xfrm>
          <a:prstGeom prst="roundRect">
            <a:avLst>
              <a:gd name="adj" fmla="val 6666"/>
            </a:avLst>
          </a:prstGeom>
          <a:solidFill>
            <a:schemeClr val="bg2">
              <a:lumMod val="75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40E4278E-5285-BBA8-E401-277A5874EF5B}"/>
              </a:ext>
            </a:extLst>
          </p:cNvPr>
          <p:cNvSpPr/>
          <p:nvPr/>
        </p:nvSpPr>
        <p:spPr>
          <a:xfrm>
            <a:off x="5355054" y="4500142"/>
            <a:ext cx="5068265" cy="1764402"/>
          </a:xfrm>
          <a:prstGeom prst="roundRect">
            <a:avLst>
              <a:gd name="adj" fmla="val 6666"/>
            </a:avLst>
          </a:prstGeom>
          <a:solidFill>
            <a:schemeClr val="bg2">
              <a:lumMod val="75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2C7FDF28-CF92-216C-EFE6-9A89EE2A0FE2}"/>
              </a:ext>
            </a:extLst>
          </p:cNvPr>
          <p:cNvSpPr/>
          <p:nvPr/>
        </p:nvSpPr>
        <p:spPr>
          <a:xfrm>
            <a:off x="5344877" y="6521155"/>
            <a:ext cx="5068265" cy="1764402"/>
          </a:xfrm>
          <a:prstGeom prst="roundRect">
            <a:avLst>
              <a:gd name="adj" fmla="val 6666"/>
            </a:avLst>
          </a:prstGeom>
          <a:solidFill>
            <a:schemeClr val="bg2">
              <a:lumMod val="75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B8DAF131-83FD-B4FC-0497-11DCD390EDC9}"/>
              </a:ext>
            </a:extLst>
          </p:cNvPr>
          <p:cNvSpPr/>
          <p:nvPr/>
        </p:nvSpPr>
        <p:spPr>
          <a:xfrm>
            <a:off x="5344876" y="8542168"/>
            <a:ext cx="5068265" cy="1764402"/>
          </a:xfrm>
          <a:prstGeom prst="roundRect">
            <a:avLst>
              <a:gd name="adj" fmla="val 6666"/>
            </a:avLst>
          </a:prstGeom>
          <a:solidFill>
            <a:schemeClr val="bg2">
              <a:lumMod val="75000"/>
              <a:alpha val="70000"/>
            </a:schemeClr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TW" altLang="en-US" sz="3600" dirty="0">
              <a:ea typeface="王漢宗特黑體繁" panose="02000500000000000000" pitchFamily="2" charset="-120"/>
            </a:endParaRP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0E5CD711-ACB3-EF2B-BE09-5A8555217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5669829" y="6648095"/>
            <a:ext cx="944298" cy="152754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881D71B1-467D-892C-9508-F7BBC8504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5507163" y="2701105"/>
            <a:ext cx="1319757" cy="14244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F79CB994-8D9F-8C2B-39A1-27B17F2D2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5753846" y="4634272"/>
            <a:ext cx="860281" cy="149614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8AE51D19-EEBB-18C9-F3BC-08D9669CE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5736273" y="8684265"/>
            <a:ext cx="937750" cy="145259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圓角矩形 28">
            <a:extLst>
              <a:ext uri="{FF2B5EF4-FFF2-40B4-BE49-F238E27FC236}">
                <a16:creationId xmlns:a16="http://schemas.microsoft.com/office/drawing/2014/main" id="{BC3B2100-34A2-FEF4-794D-456D6DF8C3B9}"/>
              </a:ext>
            </a:extLst>
          </p:cNvPr>
          <p:cNvSpPr/>
          <p:nvPr/>
        </p:nvSpPr>
        <p:spPr>
          <a:xfrm>
            <a:off x="7345848" y="2623443"/>
            <a:ext cx="3074306" cy="495300"/>
          </a:xfrm>
          <a:prstGeom prst="roundRect">
            <a:avLst>
              <a:gd name="adj" fmla="val 24359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高中生兔兔</a:t>
            </a:r>
            <a:endParaRPr kumimoji="1" lang="en-US" altLang="zh-TW" sz="2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67700C9E-803D-0D59-1B73-044B24BABC17}"/>
              </a:ext>
            </a:extLst>
          </p:cNvPr>
          <p:cNvSpPr/>
          <p:nvPr/>
        </p:nvSpPr>
        <p:spPr>
          <a:xfrm>
            <a:off x="7345847" y="4624822"/>
            <a:ext cx="3476263" cy="495300"/>
          </a:xfrm>
          <a:prstGeom prst="roundRect">
            <a:avLst>
              <a:gd name="adj" fmla="val 24359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雷姆</a:t>
            </a:r>
            <a:endParaRPr kumimoji="1" lang="en-US" altLang="zh-TW" sz="2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27BFC186-C4A9-4711-3278-CD454495E4F8}"/>
              </a:ext>
            </a:extLst>
          </p:cNvPr>
          <p:cNvSpPr/>
          <p:nvPr/>
        </p:nvSpPr>
        <p:spPr>
          <a:xfrm>
            <a:off x="7345848" y="6674773"/>
            <a:ext cx="3235066" cy="495300"/>
          </a:xfrm>
          <a:prstGeom prst="roundRect">
            <a:avLst>
              <a:gd name="adj" fmla="val 24359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魔王利姆路</a:t>
            </a:r>
            <a:endParaRPr kumimoji="1" lang="en-US" altLang="zh-TW" sz="2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86E7C6FC-F2C6-5DA9-ADDC-892036ED9C4D}"/>
              </a:ext>
            </a:extLst>
          </p:cNvPr>
          <p:cNvSpPr/>
          <p:nvPr/>
        </p:nvSpPr>
        <p:spPr>
          <a:xfrm>
            <a:off x="7345848" y="8675213"/>
            <a:ext cx="3235066" cy="495300"/>
          </a:xfrm>
          <a:prstGeom prst="roundRect">
            <a:avLst>
              <a:gd name="adj" fmla="val 24359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8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日暮永遠</a:t>
            </a:r>
            <a:endParaRPr kumimoji="1" lang="en-US" altLang="zh-TW" sz="2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9E6FCFA-59B4-529A-4195-D0FD254797A9}"/>
              </a:ext>
            </a:extLst>
          </p:cNvPr>
          <p:cNvSpPr txBox="1"/>
          <p:nvPr/>
        </p:nvSpPr>
        <p:spPr>
          <a:xfrm>
            <a:off x="6983619" y="3143220"/>
            <a:ext cx="461468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定位：坦克</a:t>
            </a:r>
            <a:endParaRPr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12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能力：</a:t>
            </a:r>
            <a:endParaRPr lang="zh-TW" altLang="en-US" sz="24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5713EC8-21F6-6797-F51E-5D180D83099B}"/>
              </a:ext>
            </a:extLst>
          </p:cNvPr>
          <p:cNvSpPr txBox="1"/>
          <p:nvPr/>
        </p:nvSpPr>
        <p:spPr>
          <a:xfrm>
            <a:off x="6981109" y="5124690"/>
            <a:ext cx="400102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定位：打手兼控場</a:t>
            </a:r>
            <a:endParaRPr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12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能力：</a:t>
            </a:r>
            <a:endParaRPr lang="zh-TW" altLang="en-US" sz="24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3E5A1D6-0BAF-2994-134D-E1556D603358}"/>
              </a:ext>
            </a:extLst>
          </p:cNvPr>
          <p:cNvSpPr txBox="1"/>
          <p:nvPr/>
        </p:nvSpPr>
        <p:spPr>
          <a:xfrm>
            <a:off x="6983619" y="7175075"/>
            <a:ext cx="405784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定位：打手</a:t>
            </a:r>
            <a:endParaRPr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12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能力：</a:t>
            </a:r>
            <a:endParaRPr lang="zh-TW" altLang="en-US" sz="24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0F461E4-DDFE-58B6-2438-EABE21607D12}"/>
              </a:ext>
            </a:extLst>
          </p:cNvPr>
          <p:cNvSpPr txBox="1"/>
          <p:nvPr/>
        </p:nvSpPr>
        <p:spPr>
          <a:xfrm>
            <a:off x="6983619" y="9195139"/>
            <a:ext cx="343653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定位：坦克</a:t>
            </a:r>
            <a:endParaRPr lang="en-US" altLang="zh-TW" sz="24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anWangHeiHeavy" panose="02000500000000000000" pitchFamily="2" charset="-120"/>
              <a:ea typeface="HanWangHeiHeavy" panose="02000500000000000000" pitchFamily="2" charset="-120"/>
            </a:endParaRPr>
          </a:p>
          <a:p>
            <a:pPr>
              <a:spcBef>
                <a:spcPts val="1200"/>
              </a:spcBef>
            </a:pPr>
            <a:r>
              <a:rPr lang="zh-TW" alt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anWangHeiHeavy" panose="02000500000000000000" pitchFamily="2" charset="-120"/>
                <a:ea typeface="HanWangHeiHeavy" panose="02000500000000000000" pitchFamily="2" charset="-120"/>
              </a:rPr>
              <a:t>能力：</a:t>
            </a:r>
            <a:endParaRPr lang="zh-TW" altLang="en-US" sz="2400" dirty="0"/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A895BEBD-9C14-5624-DC6C-DEF425AD422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63766" y="3638679"/>
            <a:ext cx="486925" cy="486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EB42C503-0255-71B5-1596-44AD6510982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991011" y="3640526"/>
            <a:ext cx="486925" cy="486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BB5406A7-BF2D-E73A-B07A-DAEA55655B9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563766" y="5619880"/>
            <a:ext cx="486925" cy="486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832B02A1-C6AA-68C8-E3D7-02D3F01683B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991011" y="5621727"/>
            <a:ext cx="486925" cy="486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929E0FA2-8118-F96B-F5B3-F944C82895E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563766" y="7670265"/>
            <a:ext cx="486925" cy="486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6DFAC355-D1EA-2011-40CA-828E7A622FD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991011" y="7672112"/>
            <a:ext cx="486925" cy="486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E8EE3AC7-B541-E469-70C2-23AE30D3AF3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563766" y="9690329"/>
            <a:ext cx="486925" cy="486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105AA8AC-2F12-C637-C664-391BCAF7DC9A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991011" y="9692176"/>
            <a:ext cx="486925" cy="486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7BDB726D-D799-F72E-FC32-E593334EDD3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022502" y="2688593"/>
            <a:ext cx="391259" cy="384948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B5C8F665-C095-68DC-18CB-AE52A2A5BAD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022502" y="4711783"/>
            <a:ext cx="391259" cy="384948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0694FBF8-4BD1-5530-2018-92D2A6E97188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022502" y="6760700"/>
            <a:ext cx="391259" cy="384948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2C9E8FE9-6C6C-8BE3-15FF-93E4ED04932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022502" y="8748299"/>
            <a:ext cx="391259" cy="38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0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3657</TotalTime>
  <Words>257</Words>
  <Application>Microsoft Macintosh PowerPoint</Application>
  <PresentationFormat>自訂</PresentationFormat>
  <Paragraphs>63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王漢宗特黑體繁</vt:lpstr>
      <vt:lpstr>HanWangHeiHeavy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it m</dc:creator>
  <cp:lastModifiedBy>it m</cp:lastModifiedBy>
  <cp:revision>36</cp:revision>
  <dcterms:created xsi:type="dcterms:W3CDTF">2023-01-24T10:41:45Z</dcterms:created>
  <dcterms:modified xsi:type="dcterms:W3CDTF">2023-03-30T00:32:04Z</dcterms:modified>
</cp:coreProperties>
</file>